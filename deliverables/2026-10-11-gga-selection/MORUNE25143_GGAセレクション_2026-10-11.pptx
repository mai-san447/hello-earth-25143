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【0:00–0:20】</a:t>
            </a:r>
          </a:p>
          <a:p>
            <a:r>
              <a:t>MORUNE 25143 です。やりたいことを、星に預けておく作品です。</a:t>
            </a:r>
          </a:p>
          <a:p>
            <a:r>
              <a:t>今日の出場の目的は、この体験を展示として届ける仲間を探すことです。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【0:20–1:50】</a:t>
            </a:r>
          </a:p>
          <a:p>
            <a:r>
              <a:t>・前職で、はやぶさのプロジェクトマネージャー、川口淳一郎教授を取材しました。「高い塔を建てなければ、新たな水平線は見えてこない」。</a:t>
            </a:r>
          </a:p>
          <a:p>
            <a:r>
              <a:t>・はやぶさは7年かけて、小惑星 25143 イトカワから地球へ帰ってきました。作品名の 25143 はこの番号です。</a:t>
            </a:r>
          </a:p>
          <a:p>
            <a:r>
              <a:t>・わたし自身、やりたいことを手放さなければならない時期がありました。手放すときは消えてしまう気がして、戻ったときは多すぎて選べなかった。</a:t>
            </a:r>
          </a:p>
          <a:p>
            <a:r>
              <a:t>　（どこまで話すかは本人が決める。病名などは場によって）</a:t>
            </a:r>
          </a:p>
          <a:p>
            <a:r>
              <a:t>・大学院では 1on1 のふりかえりを研究し、過去の自分の言葉に出会い直すと、次の一歩を選びやすくなると学びました。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【1:50–2:30】※10分版のみ。5分版では1文に縮める</a:t>
            </a:r>
          </a:p>
          <a:p>
            <a:r>
              <a:t>・最初に届けたいのは、療養や休職で、しばらく仕事を離れる人です。仮の人物として、みわさん42歳。</a:t>
            </a:r>
          </a:p>
          <a:p>
            <a:r>
              <a:t>・休みに入る前の晩、天文台で土星を見たいと思う。でも今言うことではない気がして、どこにも書かない。</a:t>
            </a:r>
          </a:p>
          <a:p>
            <a:r>
              <a:t>・置き場所がない。戻ったときに思い出せない、選べない。だれにも言わないので、応援もされない。</a:t>
            </a:r>
          </a:p>
          <a:p>
            <a:r>
              <a:t>・入口はだれでも。育休・介護・忙しい時期の人にも同じことが起きます。</a:t>
            </a:r>
          </a:p>
          <a:p>
            <a:r>
              <a:t>・生活や目標のアプリは100日以内に約7割が使われなくなる。続けさせる仕組みではなく、待っていられる場所をつくります。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【2:30–3:10】</a:t>
            </a:r>
          </a:p>
          <a:p>
            <a:r>
              <a:t>・預けた願いは、名前なしで、今いる場所の本物の星空に金色の星として灯ります。見せたくない願いは「自分だけの星」にできます。</a:t>
            </a:r>
          </a:p>
          <a:p>
            <a:r>
              <a:t>・星に触れると、言葉がふわっと浮かんで消えます。ほかの人の願いとは偶然すれ違うだけ。返信もいいねの数もありません。</a:t>
            </a:r>
          </a:p>
          <a:p>
            <a:r>
              <a:t>・ある日、スマホを振ると、自分の願いが1つだけ地球へ帰ってきます。一覧で全部見るのではなく、願いの方から帰ってくる。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【3:10–6:10】ライブデモ。うまくいかないときはこの動画を再生する（約60秒、見本の願い入り）</a:t>
            </a:r>
          </a:p>
          <a:p>
            <a:r>
              <a:t>・まず願いを書いて預けます（「ギターをもう一度」）。</a:t>
            </a:r>
          </a:p>
          <a:p>
            <a:r>
              <a:t>・星空には、わたしの願いと、ほかの人の願いが灯っています。触れると言葉が浮かびます。</a:t>
            </a:r>
          </a:p>
          <a:p>
            <a:r>
              <a:t>・スマホを振ります（会場ではタップの「ひとつ帰す」でも）。</a:t>
            </a:r>
          </a:p>
          <a:p>
            <a:r>
              <a:t>・カプセルが地球に着きました。開くと、言葉が星空から降りてきます。</a:t>
            </a:r>
          </a:p>
          <a:p>
            <a:r>
              <a:t>・「天文台で土星の輪を見る」。30日ぶりに帰ってきました。</a:t>
            </a:r>
          </a:p>
          <a:p>
            <a:r>
              <a:t>・受け取ると、帰還票が現像されます。最初の小さな一歩を1つだけ書きます。「土曜の観望会を調べる」。</a:t>
            </a:r>
          </a:p>
          <a:p>
            <a:r>
              <a:t>・X にシェアするかは自分で決めます。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【デモの中で話す／5分版では省く】</a:t>
            </a:r>
          </a:p>
          <a:p>
            <a:r>
              <a:t>・カードより先に、言葉に出会う。言葉が星空から降りてきます。</a:t>
            </a:r>
          </a:p>
          <a:p>
            <a:r>
              <a:t>・「30日ぶりに帰ってきました」。預けた日と待っていた日数だけ。急かす言葉は入れません。</a:t>
            </a:r>
          </a:p>
          <a:p>
            <a:r>
              <a:t>・受け取るか、もう少し預けるかの2択。今でなくていいなら星空へ戻せます。</a:t>
            </a:r>
          </a:p>
          <a:p>
            <a:r>
              <a:t>・帰還票は紙が上から少しずつ現れます。会場では感熱プリンターから本物の紙が出てきます。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【6:10–7:40】</a:t>
            </a:r>
          </a:p>
          <a:p>
            <a:r>
              <a:t>・本命は科学館や宇宙イベントでの展示です。来場者は入口の QR を自分のスマホで読み、願いを預けます。</a:t>
            </a:r>
          </a:p>
          <a:p>
            <a:r>
              <a:t>・会場の大きな画面の星空に自分の星が灯り、来場者の願いがふわっと浮かんでは消えます。</a:t>
            </a:r>
          </a:p>
          <a:p>
            <a:r>
              <a:t>・スマホを振るとカプセルが帰ってきて、感熱プリンターから帰還票が出てきます。持ち帰って、家で残りの願いが1つずつ帰ってきます。</a:t>
            </a:r>
          </a:p>
          <a:p>
            <a:r>
              <a:t>・必要なのは画面1つ、PC1台、感熱プリンター1台、スタッフ1〜2人。気になる言葉は大きな画面に出る前に止まります。</a:t>
            </a:r>
          </a:p>
          <a:p>
            <a:r>
              <a:t>・展開先として、商業施設のポップアップ、星空の町の観光イベントも考えています。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【7:40–8:00】</a:t>
            </a:r>
          </a:p>
          <a:p>
            <a:r>
              <a:t>・帰還票です。文字は最小限。番号、星のドット絵、願い、預けた日から帰ってきた日、QR、最初の一歩だけ。</a:t>
            </a:r>
          </a:p>
          <a:p>
            <a:r>
              <a:t>・絵はガチャで、どれが出るかは現像されるまで分かりません。</a:t>
            </a:r>
          </a:p>
          <a:p>
            <a:r>
              <a:t>・QR から自分の星へ戻れます。半券の一歩は切り取ってカプセルに入れられます。</a:t>
            </a:r>
          </a:p>
          <a:p>
            <a:r>
              <a:t>（ここで実物の紙を見せる。写真は本人が差し替え）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【8:00–8:40】</a:t>
            </a:r>
          </a:p>
          <a:p>
            <a:r>
              <a:t>・本物の星空は、Yale 輝星星表の5,080星を同梱し、時刻と位置から計算して描いています。位置情報は端末の中で使うだけで、送りません。</a:t>
            </a:r>
          </a:p>
          <a:p>
            <a:r>
              <a:t>・サーバーに送るのは、名前なしの願いの言葉と端末ごとのランダムな ID だけです。気になる言葉は保留して確認し、通報3件で非表示になります。</a:t>
            </a:r>
          </a:p>
          <a:p>
            <a:r>
              <a:t>・AI で願いの絵をつくる、星座の線でつなぐ、応援の信号。どれも作って試してから、自分の判断でやめました。</a:t>
            </a:r>
          </a:p>
          <a:p>
            <a:r>
              <a:t>・コードは AI（Claude と Codex）に書かせ、互いにレビューさせています。何を作り、何をやめるかは自分が決めました。自動テストは212件です。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【8:40–9:20】</a:t>
            </a:r>
          </a:p>
          <a:p>
            <a:r>
              <a:t>・公開から2日で、約12人が願いを預けてくれました。番号の発行数です。</a:t>
            </a:r>
          </a:p>
          <a:p>
            <a:r>
              <a:t>・届いた声は1つ。「電車で位置が取れず止まる」。その日のうちに直して公開しました。</a:t>
            </a:r>
          </a:p>
          <a:p>
            <a:r>
              <a:t>・アンケートの回答は0件でした。1分で返せる頼み方に変えます。</a:t>
            </a:r>
          </a:p>
          <a:p>
            <a:r>
              <a:t>・確かめたいのは3つ。また開くか、展示で持ち帰りたくなるか、置きたい場所があるか。GGA の交流会でも確かめます。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【9:20–9:40】</a:t>
            </a:r>
          </a:p>
          <a:p>
            <a:r>
              <a:t>・アプリは無料のままにします。願いは長く預けるもので、データの守りとサポートの体制ができるまでは、お金をもらう責任を負えないからです。</a:t>
            </a:r>
          </a:p>
          <a:p>
            <a:r>
              <a:t>・展示の導入、持ち帰る物、アーティストとの共創の3つで成り立たせます。</a:t>
            </a:r>
          </a:p>
          <a:p>
            <a:r>
              <a:t>・MORUNE は商標登録済みです。商品には 25143・星・MORUNE だけを入れます。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【9:40–10:00】</a:t>
            </a:r>
          </a:p>
          <a:p>
            <a:r>
              <a:t>・場を持つ方。科学館、プラネタリウム、商業施設、自治体のイベント担当の方。まず1回、試しに置かせてください。</a:t>
            </a:r>
          </a:p>
          <a:p>
            <a:r>
              <a:t>・つくる方。星空や帰還票の絵柄、映像を一緒に描いてくれるアーティスト。</a:t>
            </a:r>
          </a:p>
          <a:p>
            <a:r>
              <a:t>・確かめる方。しばらく日常から離れた経験がある人と、その人たちにつながるコミュニティ。</a:t>
            </a:r>
          </a:p>
          <a:p>
            <a:r>
              <a:t>・QR からいま預けられます。ありがとうございました。（QR を出したまま質疑へ）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2B867"/>
                </a:solidFill>
                <a:latin typeface="Cormorant Garamond"/>
                <a:ea typeface="Cormorant Garamond"/>
                <a:cs typeface="Cormorant Garamond"/>
              </a:rPr>
              <a:t>LEAVE YOUR WISH WITH THE STARS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4008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やりたいことを</a:t>
            </a:r>
          </a:p>
          <a:p>
            <a:pPr algn="l">
              <a:lnSpc>
                <a:spcPct val="115000"/>
              </a:lnSpc>
            </a:pPr>
            <a:r>
              <a:rPr sz="48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星に預けておく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預けた願いは　いつか帰ってくる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6400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MORUNE </a:t>
            </a:r>
            <a:r>
              <a:rPr sz="26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25143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6400800" cy="73152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 w="15875">
            <a:solidFill>
              <a:srgbClr val="E2B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60350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出場の目的：この体験を、展示として届ける仲間を探しています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中村 舞衣子　G's ACADEMY 卒業制作</a:t>
            </a:r>
          </a:p>
        </p:txBody>
      </p:sp>
      <p:pic>
        <p:nvPicPr>
          <p:cNvPr id="9" name="Picture 8" descr="01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0"/>
            <a:ext cx="2830956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01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Why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なぜ、わたしが願いを宇宙に預けるのか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474720" cy="438912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0116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原点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23160"/>
            <a:ext cx="30175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はやぶさを取材した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429000"/>
            <a:ext cx="297180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「高い塔を建てなければ、新たな水平線は見えてこない」
はやぶさは7年かけて、小惑星 25143 イトカワから帰ってきた。作品名はこの番号から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828800"/>
            <a:ext cx="3474720" cy="438912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20116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体験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423160"/>
            <a:ext cx="30175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やりたいことを
一度手放した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3429000"/>
            <a:ext cx="297180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手放すときは
「消えてしまう気がする」
戻ったときは
「多すぎて選べない」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828800"/>
            <a:ext cx="3474720" cy="438912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研究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23160"/>
            <a:ext cx="30175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過去の自分の言葉に
出会い直す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29000"/>
            <a:ext cx="297180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大学院で 1on1 のふりかえりを研究した。過去の自分の言葉に出会い直すと、次の一歩を選びやすくなる
（JSET 2026 で発表）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02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自分を後回しにする期間の「いつか」は、置き場所がないまま消えていく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4206240" cy="448056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 w="15875">
            <a:solidFill>
              <a:srgbClr val="E2B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最初に届ける人（仮の人物）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みわさん　42歳　会社員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379476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体調をととのえるため、3か月 仕事を休む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休みに入る前の晩、ふと「天文台で土星を見たい」と思う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でも、いま言うことではない気がして、どこにも書かない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82880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場面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起きていること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82880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MORUNE がすること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240280"/>
            <a:ext cx="6675120" cy="100584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240280"/>
            <a:ext cx="146304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手放すとき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2560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書いても埋もれる。消えてしまう気がする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240280"/>
            <a:ext cx="228600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星にして、本物の星空に灯す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3383280"/>
            <a:ext cx="6675120" cy="100584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3383280"/>
            <a:ext cx="146304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離れている間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83280"/>
            <a:ext cx="2560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見返すと焦る。期限や通知がつらい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383280"/>
            <a:ext cx="228600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何もしなくても星は暗くならない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4526280"/>
            <a:ext cx="6675120" cy="100584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4526280"/>
            <a:ext cx="146304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戻ったとき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526280"/>
            <a:ext cx="2560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一覧を開くと多すぎて、また閉じる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526280"/>
            <a:ext cx="228600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1つだけ、願いの方から帰ってくる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715000"/>
            <a:ext cx="67665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入口はだれでも。広がりは育休・介護・忙しい時期の人、会社の復職の支え。
ペルソナは仮説で、これから確かめる（08）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03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星空は、みんなの願いでできている。帰ってくるのは、自分の願いだけ。</a:t>
            </a:r>
          </a:p>
        </p:txBody>
      </p:sp>
      <p:pic>
        <p:nvPicPr>
          <p:cNvPr id="4" name="Picture 3" descr="02-depos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1816882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237744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2926080"/>
            <a:ext cx="1737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預ける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3566160"/>
            <a:ext cx="17373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12字まで
名前なしで
みんなの星空に
灯る</a:t>
            </a:r>
          </a:p>
        </p:txBody>
      </p:sp>
      <p:pic>
        <p:nvPicPr>
          <p:cNvPr id="8" name="Picture 7" descr="04-float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783080"/>
            <a:ext cx="1816882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237744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26080"/>
            <a:ext cx="1737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出会う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566160"/>
            <a:ext cx="17373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星に触れると
言葉が浮かんで
消える</a:t>
            </a:r>
          </a:p>
        </p:txBody>
      </p:sp>
      <p:pic>
        <p:nvPicPr>
          <p:cNvPr id="12" name="Picture 11" descr="08-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783080"/>
            <a:ext cx="1816882" cy="3931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78440" y="237744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2926080"/>
            <a:ext cx="1737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帰ってくる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78440" y="3566160"/>
            <a:ext cx="17373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ある日
1つだけ
自分の願いが
帰ってくる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人に見せたくない願いは「自分だけの星」にできる。気になる言葉は、星空に出す前に見守りで止まる。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04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デモ：預ける → 星空 → 1つ帰ってくる → 帰還票</a:t>
            </a:r>
          </a:p>
        </p:txBody>
      </p:sp>
      <p:pic>
        <p:nvPicPr>
          <p:cNvPr id="4" name="demo-phon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14400" y="1417320"/>
            <a:ext cx="2377440" cy="5148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565392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▶ クリックで再生（予備の録画）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600200"/>
            <a:ext cx="4572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600200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願いを書いて預ける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984248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12字まで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404872"/>
            <a:ext cx="4572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04872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星空を眺める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88920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自分とみんなの願いが浮かぶ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209544"/>
            <a:ext cx="4572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209544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スマホを振る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593591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タップの「ひとつ帰す」でも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014216"/>
            <a:ext cx="4572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014216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カプセルが着地する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398264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言葉が星空から降りてくる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818888"/>
            <a:ext cx="4572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818888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「30日ぶりに帰ってきました」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202936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受け取る／もう少し預ける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623560"/>
            <a:ext cx="4572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623560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帰還票が現像される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007608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最初の小さな一歩を1つ書く</a:t>
            </a:r>
          </a:p>
        </p:txBody>
      </p:sp>
      <p:pic>
        <p:nvPicPr>
          <p:cNvPr id="24" name="Picture 23" descr="10b-receipt-ste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1417320"/>
            <a:ext cx="2378848" cy="51480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04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The last 30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いちばん磨くのは、願いが帰ってきた最後の30秒</a:t>
            </a:r>
          </a:p>
        </p:txBody>
      </p:sp>
      <p:pic>
        <p:nvPicPr>
          <p:cNvPr id="4" name="Picture 3" descr="06-la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1943642" cy="4206240"/>
          </a:xfrm>
          <a:prstGeom prst="rect">
            <a:avLst/>
          </a:prstGeom>
        </p:spPr>
      </p:pic>
      <p:pic>
        <p:nvPicPr>
          <p:cNvPr id="5" name="Picture 4" descr="07-desc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600200"/>
            <a:ext cx="1943642" cy="4206240"/>
          </a:xfrm>
          <a:prstGeom prst="rect">
            <a:avLst/>
          </a:prstGeom>
        </p:spPr>
      </p:pic>
      <p:pic>
        <p:nvPicPr>
          <p:cNvPr id="6" name="Picture 5" descr="08-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600200"/>
            <a:ext cx="1943642" cy="4206240"/>
          </a:xfrm>
          <a:prstGeom prst="rect">
            <a:avLst/>
          </a:prstGeom>
        </p:spPr>
      </p:pic>
      <p:pic>
        <p:nvPicPr>
          <p:cNvPr id="7" name="Picture 6" descr="09-develop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1600200"/>
            <a:ext cx="1943642" cy="4206240"/>
          </a:xfrm>
          <a:prstGeom prst="rect">
            <a:avLst/>
          </a:prstGeom>
        </p:spPr>
      </p:pic>
      <p:pic>
        <p:nvPicPr>
          <p:cNvPr id="8" name="Picture 7" descr="10b-receipt-ste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0" y="1600200"/>
            <a:ext cx="1943642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97880"/>
            <a:ext cx="1947672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着地する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5897880"/>
            <a:ext cx="1947672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言葉が降りてくる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5897880"/>
            <a:ext cx="1947672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30日ぶりに
帰ってきました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5897880"/>
            <a:ext cx="1947672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現像される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5897880"/>
            <a:ext cx="1947672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一歩を書く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05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Exhibition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科学館・宇宙イベントで「星空に願いを預ける」</a:t>
            </a:r>
          </a:p>
        </p:txBody>
      </p:sp>
      <p:pic>
        <p:nvPicPr>
          <p:cNvPr id="4" name="Picture 3" descr="20-big-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669280" cy="31889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93776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その会場の緯度経度で、その場所の本物の星空を描く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来場者の2〜3分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512064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1　入口の QR を自分のスマホで読む</a:t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2　願いを預ける → 会場の大きな画面に自分の星が灯る</a:t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3　スマホを振る → カプセルが帰ってくる</a:t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4　感熱プリンターから帰還票が出てくる</a:t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5　家で、残りの願いが1つずつ帰ってくる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617720"/>
            <a:ext cx="5120640" cy="82296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4617720"/>
            <a:ext cx="48463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画面1・PC1・感熱プリンター1・スタッフ1〜2人
気になる言葉は、大きな画面に出る前に止まる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展開　</a:t>
            </a:r>
            <a:r>
              <a:rPr sz="13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B 商業施設・七夕や新年のポップアップ（1分版＋サンプルカプセル）　／　C 星空の町の観光・移住イベント　／　共創 アーティストと帰還票の絵柄・会場の映像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06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紙が、家までアプリを連れて帰る</a:t>
            </a:r>
          </a:p>
        </p:txBody>
      </p:sp>
      <p:pic>
        <p:nvPicPr>
          <p:cNvPr id="4" name="Picture 3" descr="10b-receipt-st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2366173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0" y="164592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文字は最小限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03120"/>
            <a:ext cx="3931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番号・星のドット絵・願い・預けた日→帰ってきた日・QR・最初の一歩だけ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78892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絵はガチャ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46120"/>
            <a:ext cx="3931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夕方の一番星・満天の星・夜明け、たまに流れ星。現像されるまで分からない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93192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紙がアプリへ連れ戻す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389120"/>
            <a:ext cx="3931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QR から自分の星へ戻れる。半券の一歩は切り取ってカプセルに入れられる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63040"/>
            <a:ext cx="3749039" cy="512064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 w="15875">
            <a:solidFill>
              <a:srgbClr val="9AA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463040"/>
            <a:ext cx="3749039" cy="5120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［実物の写真］
感熱プリンターで印刷した帰還票と
サンプルカプセルの写真をここに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07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見せ方は自由に、データの扱いは厳しく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4754880" cy="237744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スマホの中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438912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本物の星空：5,080星を時刻と位置から計算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位置情報は計算に使うだけ。送らない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自分の願いと帰還の記録：端末に保存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帰還票：白黒の画像をその場でつくる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オフラインでも動く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⇅　送るのは、名前なしの言葉と、ランダムな ID だけ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26280"/>
            <a:ext cx="4754880" cy="182880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617720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サーバー（Cloudflare Workers ＋ D1）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43891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みんなの星空：名前なしの願いの言葉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見守り：気になる言葉は保留、通報3件で非表示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人の番号（25143-0007）の発行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645920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作ってから、やめたもの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057400"/>
            <a:ext cx="5943600" cy="749808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057400"/>
            <a:ext cx="228600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AI で願いの絵をつくる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057400"/>
            <a:ext cx="1691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願いのイメージとずれる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057400"/>
            <a:ext cx="178308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 星のドット絵ガチャに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2926080"/>
            <a:ext cx="5943600" cy="749808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2926080"/>
            <a:ext cx="228600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願いを星座の線でつなぐ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926080"/>
            <a:ext cx="1691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意味が伝わらなかった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926080"/>
            <a:ext cx="178308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 星が光るだけに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3794760"/>
            <a:ext cx="5943600" cy="749808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3794760"/>
            <a:ext cx="228600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応援の信号（振って明るく）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794760"/>
            <a:ext cx="1691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シェアとの違いが分かりにくい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794760"/>
            <a:ext cx="178308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 X のいいねで受け取る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4663440"/>
            <a:ext cx="5943600" cy="749808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4663440"/>
            <a:ext cx="228600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北45°の固定の星空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663440"/>
            <a:ext cx="1691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季節で願いの星が沈む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663440"/>
            <a:ext cx="178308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 星座早見盤に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577840"/>
            <a:ext cx="5943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AI（Claude・Codex）にコードを書かせ、互いにレビューさせた。
何を作り、何をやめるかは自分が決めた。自動テスト 212件。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08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分かっていること、これから確かめること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3736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約12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9748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公開2日で願いを預けた人
（番号の発行数）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69748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届いた声「電車で位置が取れない」
→ 当日中に直して公開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73736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9748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アンケートの回答。
1分で返せる頼み方に変える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確かめたいこと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886200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見る数字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88620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いつ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38404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本当に、また開くか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51960"/>
            <a:ext cx="46634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預けた人のうち、3日後に自分から開いた人の割合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251960"/>
            <a:ext cx="2286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セレクションまでに数人分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83480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38404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展示で、持ち帰りたくなるか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983480"/>
            <a:ext cx="46634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帰還票を持ち帰った人・家で QR を開いた人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983480"/>
            <a:ext cx="2286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GGA の交流会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15000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38404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置きたい場所があるか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715000"/>
            <a:ext cx="46634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「この体験を置ける場所がある」と言った施設・人の数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5715000"/>
            <a:ext cx="22860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GGA の交流会とその後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09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How it sustains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体験を届ける場と、持ち帰る物で成り立たせる。個人からは取らない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01168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展示の導入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0604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科学館・商業施設・自治体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108960"/>
            <a:ext cx="310896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体験一式（画面の設定・プリンター・運営の手順）を期間で提供。出展ごとの料金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持ち帰る物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0604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来場者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108960"/>
            <a:ext cx="310896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サンプルカプセル（ブレスレット）・キーホルダー・帰還票の台紙。数百円〜千円台（仮説）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共創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0604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アーティスト・ブランド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08960"/>
            <a:ext cx="310896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帰還票の絵柄・会場の演出を一緒につくる。限定の帰還票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60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アプリは無料のまま（データの守りとサポートの体制ができるまで）。MORUNE は商標登録済み。
商品には「25143」・星・MORUNE だけを入れる。物販の前に特定商取引法の表示を整える。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10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一緒にやりたい人を探しています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7498079" cy="128016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 w="15875">
            <a:solidFill>
              <a:srgbClr val="E2B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10312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場を持つ方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828800"/>
            <a:ext cx="484632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科学館・プラネタリウム・商業施設・自治体のイベント担当。
まず1回、試しに置かせてください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7498079" cy="128016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210312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つくる方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291840"/>
            <a:ext cx="484632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星空や帰還票の絵柄・映像を
一緒に描いてくれるアーティスト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663440"/>
            <a:ext cx="7498079" cy="128016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754879"/>
            <a:ext cx="210312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確かめる方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54879"/>
            <a:ext cx="484632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しばらく日常から離れた経験がある人と、
その人たちにつながるコミュニティ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737360"/>
            <a:ext cx="31089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qr-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920240"/>
            <a:ext cx="2651760" cy="2651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95360" y="466344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0B1020"/>
                </a:solidFill>
                <a:latin typeface="メイリオ"/>
                <a:ea typeface="メイリオ"/>
                <a:cs typeface="メイリオ"/>
              </a:rPr>
              <a:t>いま、ひとつ預けられます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0B1020"/>
                </a:solidFill>
                <a:latin typeface="メイリオ"/>
                <a:ea typeface="メイリオ"/>
                <a:cs typeface="メイリオ"/>
              </a:rPr>
              <a:t>morune-25143.morune-25143.workers.dev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