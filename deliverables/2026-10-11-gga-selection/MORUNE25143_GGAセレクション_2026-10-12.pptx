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【0:00–0:15】出場目的を最初に宣言する</a:t>
            </a:r>
          </a:p>
          <a:p>
            <a:r>
              <a:t>・MORUNE 25143 の中村です。</a:t>
            </a:r>
          </a:p>
          <a:p>
            <a:r>
              <a:t>・今日の出場目的は、起業です。この体験を、展示と、働く人を支える場で届ける仲間を探しています。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【0:15–0:55】</a:t>
            </a:r>
          </a:p>
          <a:p>
            <a:r>
              <a:t>・療養や休職、育休や介護。自分を後回しにする時期があります。</a:t>
            </a:r>
          </a:p>
          <a:p>
            <a:r>
              <a:t>・その間にも「いつかやりたいこと」は浮かびます。でも今じゃない、と思って書かない。</a:t>
            </a:r>
          </a:p>
          <a:p>
            <a:r>
              <a:t>・ToDo に入れると重荷になる。SNS に書くのは違う。メモは見返さない。置き場所がないまま、忘れてしまいます。</a:t>
            </a:r>
          </a:p>
          <a:p>
            <a:r>
              <a:t>・戻ったときには思い出せないか、たまりすぎて選べない。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【0:55–1:25】</a:t>
            </a:r>
          </a:p>
          <a:p>
            <a:r>
              <a:t>・前職で、はやぶさのプロジェクトマネージャーを取材しました。はやぶさは7年かけて、小惑星 25143 イトカワから帰ってきました。作品名の 25143 はこの番号です。</a:t>
            </a:r>
          </a:p>
          <a:p>
            <a:r>
              <a:t>・社外の女性メンターとして話を聞く中で、自分のキャリアを描けない人に出会ってきました。</a:t>
            </a:r>
          </a:p>
          <a:p>
            <a:r>
              <a:t>・昔やりたかったこと、好きなことが置き去りになっている。自分を後回しにしてきた人たちです。</a:t>
            </a:r>
          </a:p>
          <a:p>
            <a:r>
              <a:t>・この作品は、わたしがメンターとしてしている支援の、1つの形です。</a:t>
            </a:r>
          </a:p>
          <a:p>
            <a:r>
              <a:t>・大学院では 1on1 のふりかえりを研究し、過去の自分の言葉に出会い直すと、次の一歩を選びやすくなると学びました。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【1:25–1:55】</a:t>
            </a:r>
          </a:p>
          <a:p>
            <a:r>
              <a:t>・やりたいことを12字で星に預けます。本物の星空の、北の星座の星に灯ります。19個まで。</a:t>
            </a:r>
          </a:p>
          <a:p>
            <a:r>
              <a:t>・何もしなくても星は暗くなりません。期限も通知もありません。</a:t>
            </a:r>
          </a:p>
          <a:p>
            <a:r>
              <a:t>・やりたくなったら、その星に触れると、願いが帰ってきます。</a:t>
            </a:r>
          </a:p>
          <a:p>
            <a:r>
              <a:t>・受け取ると帰還票ができて、最初の小さな一歩を1つ書きます。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【1:55–3:15】動画を再生する（約70秒）</a:t>
            </a:r>
          </a:p>
          <a:p>
            <a:r>
              <a:t>・預けます。「ギターをもう一度」。初めは、わたしの星空にだけ灯ります。</a:t>
            </a:r>
          </a:p>
          <a:p>
            <a:r>
              <a:t>・30日前に預けた「天文台で土星の輪を見る」の星に触れます。カプセルが地球に着きます。</a:t>
            </a:r>
          </a:p>
          <a:p>
            <a:r>
              <a:t>・「30日ぶりに帰ってきました」。受け取るか、もう少し預けるか、手放すか。</a:t>
            </a:r>
          </a:p>
          <a:p>
            <a:r>
              <a:t>・受け取ると、帰還票が現像されます。最初の小さな一歩は「土曜の観望会を調べる」。</a:t>
            </a:r>
          </a:p>
          <a:p>
            <a:r>
              <a:t>・最後に、みんなの星空を遠くから眺めます。ほかの人の願いが、光として灯っています。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【3:15–3:55】</a:t>
            </a:r>
          </a:p>
          <a:p>
            <a:r>
              <a:t>・急かさない：期限も、通知も、連続日数もありません。何もしなくても星は暗くなりません。今でなければ「もう少し預ける」、要らなくなれば「手放す」。</a:t>
            </a:r>
          </a:p>
          <a:p>
            <a:r>
              <a:t>・比べない：人と比べる数を持ちません。</a:t>
            </a:r>
          </a:p>
          <a:p>
            <a:r>
              <a:t>・晒さない：願いは、初めは自分の星空だけ。みんなの星空では、ほかの人の言葉ではなく光を分け合います。「自分だけじゃない」は感じられて、傷つく言葉は入りません。つらい言葉を書いた人には、端末の中だけで相談先を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【3:55–4:35】</a:t>
            </a:r>
          </a:p>
          <a:p>
            <a:r>
              <a:t>・コードは Claude と Codex に書かせ、互いにレビューさせました。何を作って何をやめるかは、わたしが決めました。AI で願いの絵をつくる機能、星座の線、応援の信号は、作って試してからやめました。</a:t>
            </a:r>
          </a:p>
          <a:p>
            <a:r>
              <a:t>・決めるときは数で確かめました。願いを30個まで置ける作りでは、1年のうち360日ほど、星が重なる日がありました。19の席にして0日にしました。同じ願いが続けて帰る確率も、50%から0%にしました。</a:t>
            </a:r>
          </a:p>
          <a:p>
            <a:r>
              <a:t>・本物の星空は、5,080個の星を時刻と場所から計算しています。テストは238件です。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【4:35–5:15】</a:t>
            </a:r>
          </a:p>
          <a:p>
            <a:r>
              <a:t>・最初の入口は展示です。科学館や宇宙イベントで、QR から願いを預け、その場で帰還票を印刷して渡します。キャリアや復職を支える場でも、同じ形で使えます。</a:t>
            </a:r>
          </a:p>
          <a:p>
            <a:r>
              <a:t>・紙とブレスレットが、家まで願いを連れて帰ります。帰還票の QR から、自分の星に戻れます。</a:t>
            </a:r>
          </a:p>
          <a:p>
            <a:r>
              <a:t>・個人からはお金を取りません。展示の導入、持ち帰る物、アーティストとの共創で成り立たせます。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【5:15–5:40】</a:t>
            </a:r>
          </a:p>
          <a:p>
            <a:r>
              <a:t>・わたしはメンターとして、自分を後回しにしてきた人に出会ってきました。MORUNE は、その人たちのやりたかったことを預かっておく場所です。</a:t>
            </a:r>
          </a:p>
          <a:p>
            <a:r>
              <a:t>・まず1回、展示させてください。科学館、プラネタリウム、自治体のイベントの方。</a:t>
            </a:r>
          </a:p>
          <a:p>
            <a:r>
              <a:t>・次に、キャリアや復職を支える場で試させてください。人事の方、キャリア支援をしている方。</a:t>
            </a:r>
          </a:p>
          <a:p>
            <a:r>
              <a:t>・QR から、今ひとつ預けられます。ありがとうございました。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この体験を、展示と支援の場で届ける仲間を探しています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「今じゃなくていい」のまま、やりたかったことを忘れてしまう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後回しにする時期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療養・休職・育休・介護
忙しい時期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やりたいことは浮かぶが
ToDo は重荷、SNS は違う
メモは見返さない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忘れてしまう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戻ったときに思い出せない
たまりすぎて選べない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最初に届ける人：しばらく仕事を離れる人（仮の人物「みわさん 42歳」）。休みの前の晩、「天文台で土星を見たい」と思うが、どこにも書かない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Why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なぜ、わたしが願いを宇宙に預けるのか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2044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574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取材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788920"/>
            <a:ext cx="29718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はやぶさは7年かけて
小惑星 25143 イトカワから
帰ってきた
作品名は、この番号から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52044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0574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社外女性メンター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788920"/>
            <a:ext cx="29718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自分のキャリアを
描けない人に出会ってきた
昔やりたかったこと
好きなことが置き去り
自分を後回しにしてきた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828800"/>
            <a:ext cx="352044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574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研究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788920"/>
            <a:ext cx="297180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過去の自分の言葉に
出会い直すと
次の一歩を選びやすくなる
（大学院・JSET 2026）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忘れないように星に預け、やりたくなったら自分で呼び戻す</a:t>
            </a:r>
          </a:p>
        </p:txBody>
      </p:sp>
      <p:pic>
        <p:nvPicPr>
          <p:cNvPr id="4" name="Picture 3" descr="02-depos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1521111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預ける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12字で、星に預ける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8" name="Picture 7" descr="max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39" y="1691640"/>
            <a:ext cx="1608513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900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待つ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本物の星空に灯る
期限も通知もない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2" name="Picture 11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691640"/>
            <a:ext cx="1521111" cy="3291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呼び戻す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6" name="Picture 15" descr="10b-receipt-ste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1691640"/>
            <a:ext cx="1521111" cy="3291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8116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一歩を書く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帰還票に
最初の小さな一歩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デモ：30日前に預けた願いを、呼び戻す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急かさない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期限・通知・連続日数なし
何もしなくても
星は暗くならない
今でなければ
「もう少し預ける」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比べない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人と比べる数を持たない
一歩ごとに
自分の星だけが
明るくなる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晒さない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79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初めは
わたしの星空だけ
みんなの星空は
言葉ではなく光
つらい言葉には
相談先を案内</a:t>
            </a:r>
          </a:p>
        </p:txBody>
      </p:sp>
      <p:pic>
        <p:nvPicPr>
          <p:cNvPr id="13" name="Picture 12" descr="12-every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783080"/>
            <a:ext cx="2070401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32520" y="630936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みんなの星空：ほかの人の願いは光だけ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展示で出会い、紙で持ち帰り、アプリで続く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展示・支援の場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キャリア・復職の支援の場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個人からは取らない。場と物で成り立たせる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場への導入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科学館・自治体・支援の場に
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カプセル（ブレスレット）・帰還票の台紙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やりたかったことを、置き去りにしない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展示する場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まず1回。科学館・プラネタリウム・自治体のイベント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支える場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01752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次に。キャリアや復職を支える人事・支援者のもとで試す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5196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星空や帰還票の絵柄・映像を一緒に描くアーティスト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これから展示と支援の場で、持ち帰った人と、また開いた人を数える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