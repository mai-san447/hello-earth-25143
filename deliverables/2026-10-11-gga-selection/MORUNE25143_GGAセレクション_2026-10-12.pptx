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【0:00–0:10】</a:t>
            </a:r>
          </a:p>
          <a:p>
            <a:r>
              <a:t>MORUNE 25143 の中村です。</a:t>
            </a:r>
          </a:p>
          <a:p>
            <a:r>
              <a:t>今日の出場目的は、起業です。</a:t>
            </a:r>
          </a:p>
          <a:p>
            <a:r>
              <a:t>この体験を、展示と、働く人を支える場で届ける仲間を探しています。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【0:10–0:40】</a:t>
            </a:r>
          </a:p>
          <a:p>
            <a:r>
              <a:t>わたしは、二人の子どもを育てながら、人材開発のシンクタンクで働いています。</a:t>
            </a:r>
          </a:p>
          <a:p>
            <a:r>
              <a:t>副業では、女性の社外メンターや、就職活動の支援をしています。</a:t>
            </a:r>
          </a:p>
          <a:p>
            <a:r>
              <a:t>支援の場で、何度も聞く言葉があります。</a:t>
            </a:r>
          </a:p>
          <a:p>
            <a:r>
              <a:t>「自分が本当は何をやりたいのか、わからないんです」</a:t>
            </a:r>
          </a:p>
          <a:p>
            <a:r>
              <a:t>「やってみたい」のすぐ後に、「時間がないから」「私には無理だから」と続きます。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【0:40–1:00】</a:t>
            </a:r>
          </a:p>
          <a:p>
            <a:r>
              <a:t>これは、女性だけの問題でしょうか。</a:t>
            </a:r>
          </a:p>
          <a:p>
            <a:r>
              <a:t>いいえ、誰にでも起こります。</a:t>
            </a:r>
          </a:p>
          <a:p>
            <a:r>
              <a:t>ただ、負担は女性に偏っています。</a:t>
            </a:r>
          </a:p>
          <a:p>
            <a:r>
              <a:t>小さな子どもがいる家庭で、家事と育児にかける時間は、1日に、妻が7時間28分。夫が1時間54分です。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【1:00–1:20】</a:t>
            </a:r>
          </a:p>
          <a:p>
            <a:r>
              <a:t>時間ができるのを待つうちに、やりたかったことは、忘れられていきます。</a:t>
            </a:r>
          </a:p>
          <a:p>
            <a:r>
              <a:t>わたしは大学院で、省察支援、止まったふりかえりを、もう一度始めるための足場を研究しました。</a:t>
            </a:r>
          </a:p>
          <a:p>
            <a:r>
              <a:t>手がかりは、小さく。</a:t>
            </a:r>
          </a:p>
          <a:p>
            <a:r>
              <a:t>仕組みは、軽く。</a:t>
            </a:r>
          </a:p>
          <a:p>
            <a:r>
              <a:t>迷ったままで、いい。</a:t>
            </a:r>
          </a:p>
          <a:p>
            <a:r>
              <a:t>そして、人とのつながりの中で。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【1:20–1:45】</a:t>
            </a:r>
          </a:p>
          <a:p>
            <a:r>
              <a:t>この形に選んだのが、はやぶさの帰還です。</a:t>
            </a:r>
          </a:p>
          <a:p>
            <a:r>
              <a:t>前職で、川口淳一郎先生を取材しました。</a:t>
            </a:r>
          </a:p>
          <a:p>
            <a:r>
              <a:t>そこで出会ったのが、「高い塔を建てなければ、新たな水平線は見えてこない」という言葉です。</a:t>
            </a:r>
          </a:p>
          <a:p>
            <a:r>
              <a:t>いったん手放した願いを、消えたものではなく、遠い星に預けたものと考えます。</a:t>
            </a:r>
          </a:p>
          <a:p>
            <a:r>
              <a:t>そして、願いの方から、帰ってくる。</a:t>
            </a:r>
          </a:p>
          <a:p>
            <a:r>
              <a:t>（間）</a:t>
            </a:r>
          </a:p>
          <a:p>
            <a:r>
              <a:t>見てください。</a:t>
            </a:r>
          </a:p>
          <a:p>
            <a:r>
              <a:t>［送る・動画を再生］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【1:45–3:47】動画 2分02秒。［ ］の時間は動画の中の時間。話していない間は、動画に任せてよい</a:t>
            </a:r>
          </a:p>
          <a:p>
            <a:r>
              <a:t>［0:00］今この場所の、本物の北の空です。</a:t>
            </a:r>
          </a:p>
          <a:p>
            <a:r>
              <a:t>［0:19］たとえば、「ギターをもう一度」。12字で、星に預けます。</a:t>
            </a:r>
          </a:p>
          <a:p>
            <a:r>
              <a:t>期限も、通知もありません。何もしなくても、星は暗くなりません。</a:t>
            </a:r>
          </a:p>
          <a:p>
            <a:r>
              <a:t>［0:43］こちらは、30日前に預けた「天文台で土星の輪を見る」。</a:t>
            </a:r>
          </a:p>
          <a:p>
            <a:r>
              <a:t>やりたくなったら、星に触れます。</a:t>
            </a:r>
          </a:p>
          <a:p>
            <a:r>
              <a:t>……カプセルが、帰ってきました。</a:t>
            </a:r>
          </a:p>
          <a:p>
            <a:r>
              <a:t>［0:58］受け取るか。もう少し預けるか。手放すか。</a:t>
            </a:r>
          </a:p>
          <a:p>
            <a:r>
              <a:t>迷ったままで、いいんです。</a:t>
            </a:r>
          </a:p>
          <a:p>
            <a:r>
              <a:t>［1:09］受け取ると、帰還票ができます。最初の小さな一歩を、1つだけ書きます。</a:t>
            </a:r>
          </a:p>
          <a:p>
            <a:r>
              <a:t>［1:22］展示では、これが紙で出てきます。［帰還票とブレスレットを手に持って見せる］</a:t>
            </a:r>
          </a:p>
          <a:p>
            <a:r>
              <a:t>ブレスレットのカプセルに入れて、願いを家まで連れて帰れます。</a:t>
            </a:r>
          </a:p>
          <a:p>
            <a:r>
              <a:t>［1:36］そしてこれが、みんなの星空です。</a:t>
            </a:r>
          </a:p>
          <a:p>
            <a:r>
              <a:t>ほかの人の願いは、言葉ではなく、光で灯っています。</a:t>
            </a:r>
          </a:p>
          <a:p>
            <a:r>
              <a:t>ひとりじゃない、と感じられます。</a:t>
            </a:r>
          </a:p>
          <a:p>
            <a:r>
              <a:t>［動画が終わったら送る］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【3:47–4:02】</a:t>
            </a:r>
          </a:p>
          <a:p>
            <a:r>
              <a:t>コードは AI に書かせ、何を作るかは、わたしが決めて、数で確かめました。</a:t>
            </a:r>
          </a:p>
          <a:p>
            <a:r>
              <a:t>星が重なる日は、1年に360日ほどありましたが、0日にしました。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【4:02–4:17】</a:t>
            </a:r>
          </a:p>
          <a:p>
            <a:r>
              <a:t>入口は、展示と、支援の場です。</a:t>
            </a:r>
          </a:p>
          <a:p>
            <a:r>
              <a:t>帰還票とブレスレットが、願いを家まで連れて帰ります。</a:t>
            </a:r>
          </a:p>
          <a:p>
            <a:r>
              <a:t>個人からは、お金を取りません。</a:t>
            </a:r>
          </a:p>
          <a:p>
            <a:r>
              <a:t>［送る］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【4:17–4:50】</a:t>
            </a:r>
          </a:p>
          <a:p>
            <a:r>
              <a:t>最後に、わたし自身のことを、少しだけ。</a:t>
            </a:r>
          </a:p>
          <a:p>
            <a:r>
              <a:t>この作品を作っている途中で、わたしも、立ち止まる側になりました。</a:t>
            </a:r>
          </a:p>
          <a:p>
            <a:r>
              <a:t>（間）</a:t>
            </a:r>
          </a:p>
          <a:p>
            <a:r>
              <a:t>それでも、やりたいことは、あきらめません。</a:t>
            </a:r>
          </a:p>
          <a:p>
            <a:r>
              <a:t>やりたかったことを、置き去りにしない。</a:t>
            </a:r>
          </a:p>
          <a:p>
            <a:r>
              <a:t>それを、一人ではなく、続けられる形にしたい。</a:t>
            </a:r>
          </a:p>
          <a:p>
            <a:r>
              <a:t>まず1回、展示させてください。</a:t>
            </a:r>
          </a:p>
          <a:p>
            <a:r>
              <a:t>そして、キャリアや復職を支える場で、試させてください。</a:t>
            </a:r>
          </a:p>
          <a:p>
            <a:r>
              <a:t>QR から、今ひとつ、預けられます。</a:t>
            </a:r>
          </a:p>
          <a:p>
            <a:r>
              <a:t>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この体験を、展示と支援の場で届ける仲間を探しています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Voice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支援の場で、何度も聞いてきた言葉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中村 舞衣子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00200"/>
            <a:ext cx="813816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人材開発のシンクタンク勤務 ／ 二人の子どもを育てながら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社外女性メンター・就職活動の支援 ／ 大学院で省察支援を研究（JSET 2026）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「自分が本当は何をやりたいのか、わからないんです」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062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「やってみたい」　→　「時間がないから」「私には無理だから」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背景にあるのは、子どもが生まれてから、家族や仕事を優先して自分を後回しにしてきた年月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誰にでも起こる。ただ、負担は女性に偏っている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6歳未満の子どもがいる世帯の家事関連時間（1日あたり）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妻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487168"/>
            <a:ext cx="8229600" cy="347472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55480" y="237744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7時間28分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310128"/>
            <a:ext cx="2094139" cy="347472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0019" y="320040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1時間54分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出典：総務省「令和3年社会生活基本調査」（夫婦と子どもの世帯、週全体平均）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時間がない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思い込みではない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51206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すぐには増えない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待つしかない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51206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忘れていく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やりたかったことが
置き去りになる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止まったふりかえりを、もう一度始めるための4つの足場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省察の再起動を支える設計要件（大学院・JSET 2026）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69164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MORUNE では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手がかりは小さく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03120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最小限の手がかり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249424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103120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103120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願いは12字だけ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90672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0672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仕組みは軽く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090672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軽量な設計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236976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090672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090672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預けるだけ。期限も通知もない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78224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迷ったままでいい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078224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両義性の前提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224528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078224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4078224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受け取る／もう少し預ける／手放す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65776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65776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人とのつながりの中で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065776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関係性の中での支援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2120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5065776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5065776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みんなの星空・支援の場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AA3B5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Metaphor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消えた願いではなく、遠い星に預けたもの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1109960" cy="18288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「高い塔を建てなければ、新たな水平線は見えてこない」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川口淳一郎（はやぶさ プロジェクトマネージャー）　前職の編集部で取材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77639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はやぶさ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0060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7年かけて、小惑星 25143 イトカワから
カプセルを持ち帰った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47091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79" y="3977639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19" y="41605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MORUNE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19" y="480060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いったん手放した「いつかやりたいこと」を
星に預け、願いの方から一つずつ帰ってくる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作品名の 25143 は、イトカワの小惑星番号から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デモ：預けて、待って、呼び戻す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クリックで再生・2分02秒（このPCの中だけのデータで撮影。見本の願い入り）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展示・支援の場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キャリア・復職の支援の場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場への導入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科学館・自治体・支援の場に
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やりたかったことを、置き去りにしない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展示する場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まず1回。科学館・プラネタリウム・自治体のイベント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支える場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次に。キャリアや復職を支える人事・支援者のもとで試す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これから展示と支援の場で、持ち帰った人と、また開いた人を数える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