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【0:00–0:10】</a:t>
            </a:r>
          </a:p>
          <a:p>
            <a:r>
              <a:t>MORUNE 25143の中村です。</a:t>
            </a:r>
          </a:p>
          <a:p>
            <a:r>
              <a:t>今日の出場目的は、起業です。</a:t>
            </a:r>
          </a:p>
          <a:p>
            <a:r>
              <a:t>実装と検証を一緒に進める仲間を探しています。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【0:10–0:40】</a:t>
            </a:r>
          </a:p>
          <a:p>
            <a:r>
              <a:t>私は調査・研究を行うシンクタンクでマーケティングを担当し、副業では働く女性の社外メンターをしています。</a:t>
            </a:r>
          </a:p>
          <a:p>
            <a:r>
              <a:t>面談で最も多く聞いてきたのは、仕事と家庭の両立、つまり時間の制約に関する悩みでした。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【0:40–1:00】</a:t>
            </a:r>
          </a:p>
          <a:p>
            <a:r>
              <a:t>聞いたのは、「やりたいことがない」という声ではありません。</a:t>
            </a:r>
          </a:p>
          <a:p>
            <a:r>
              <a:t>「活躍したい」「学び直したい」。でも時間がなく、自信まで失っていく。</a:t>
            </a:r>
          </a:p>
          <a:p>
            <a:r>
              <a:t>MORUNE 25143は、育児や介護、療養などで願いをいったん手放した人が、急かされずに預け、自分のタイミングで受け取り直す体験です。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【1:00–1:20】</a:t>
            </a:r>
          </a:p>
          <a:p>
            <a:r>
              <a:t>「いつかやりたい」は、ToDoにすると重荷になります。</a:t>
            </a:r>
          </a:p>
          <a:p>
            <a:r>
              <a:t>大学院で、止まったふりかえりの再開を研究して分かったのは、必要なのは強い決意ではなく、小さなきっかけだということ。</a:t>
            </a:r>
          </a:p>
          <a:p>
            <a:r>
              <a:t>手がかりは小さく、仕組みは軽く、迷ったまま選べて、つながりを感じられる。</a:t>
            </a:r>
          </a:p>
          <a:p>
            <a:r>
              <a:t>この四つを体験の設計にしました。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【1:20–1:45】</a:t>
            </a:r>
          </a:p>
          <a:p>
            <a:r>
              <a:t>この体験に重ねたのが、はやぶさの帰還です。</a:t>
            </a:r>
          </a:p>
          <a:p>
            <a:r>
              <a:t>編集長がキャリアブレイクに入り、私が編集長代理を務めた時期に、川口淳一郎先生を取材しました。</a:t>
            </a:r>
          </a:p>
          <a:p>
            <a:r>
              <a:t>「高い塔を建てなければ、新たな水平線は見えてこない」。新しい役割へ踏み出す私を支えた言葉です。</a:t>
            </a:r>
          </a:p>
          <a:p>
            <a:r>
              <a:t>手放した願いを遠い星に預け、カプセルのように一つずつ帰す。これが作品のメタファーです。</a:t>
            </a:r>
          </a:p>
          <a:p>
            <a:r>
              <a:t>（間）</a:t>
            </a:r>
          </a:p>
          <a:p>
            <a:r>
              <a:t>見てください。</a:t>
            </a:r>
          </a:p>
          <a:p>
            <a:r>
              <a:t>［送る・動画を再生］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【1:45–3:47】動画 2分02秒。［ ］の時間は動画の中の時間</a:t>
            </a:r>
          </a:p>
          <a:p>
            <a:r>
              <a:t>［0:00］仕事と家のことに追われ、「ギターをもう一度」を打ち消してきた人がいます。ここは、今いる場所、今の時刻の北の空です。</a:t>
            </a:r>
          </a:p>
          <a:p>
            <a:r>
              <a:t>［0:19］願いを書くと、星が灯ります。期限も通知もありません。「今はできなくても、忘れなくていい」と、少し心が軽くなります。</a:t>
            </a:r>
          </a:p>
          <a:p>
            <a:r>
              <a:t>［0:43］余白ができた日に星へ触れると、カプセルが帰ってきます。「まだ、やってみたい」と気づく瞬間です。</a:t>
            </a:r>
          </a:p>
          <a:p>
            <a:r>
              <a:t>［0:58］受け取る、もう少し預ける、手放す。今の自分に合う距離を選べます。</a:t>
            </a:r>
          </a:p>
          <a:p>
            <a:r>
              <a:t>［1:09］受け取ると帰還票になります。書くのは「日程を調べる」など、最初の一歩だけ。</a:t>
            </a:r>
          </a:p>
          <a:p>
            <a:r>
              <a:t>［帰還票とキーホルダーまたはブレスレットを見せる］持ち帰れば、願いを日常で思い出す目印になります。</a:t>
            </a:r>
          </a:p>
          <a:p>
            <a:r>
              <a:t>［1:36］みんなの星空では、内容を見せず、ほかの人の願いを光として感じられます。「立ち止まっているのは自分だけではない」。そのつながりが次の一歩を支えます。</a:t>
            </a:r>
          </a:p>
          <a:p>
            <a:r>
              <a:t>［動画終了後に送る］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【3:47–4:02】</a:t>
            </a:r>
          </a:p>
          <a:p>
            <a:r>
              <a:t>コードはAIに書かせ、何を作るかは私が決め、数で確かめました。</a:t>
            </a:r>
          </a:p>
          <a:p>
            <a:r>
              <a:t>位置情報は外へ送らず、オフラインでも動きます。</a:t>
            </a:r>
          </a:p>
          <a:p>
            <a:r>
              <a:t>願いは初めは端末の中だけ。「みんなの星空に出す」と選んだものだけを送り、イトカワまでの距離も計算しています。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【4:02–4:17】</a:t>
            </a:r>
          </a:p>
          <a:p>
            <a:r>
              <a:t>入口は、展示とキャリア・復職支援の場です。</a:t>
            </a:r>
          </a:p>
          <a:p>
            <a:r>
              <a:t>個人利用は無料。クライアントへの導入と、イベントでの帰還票、キーホルダー、ブレスレットの物販で続けます。</a:t>
            </a:r>
          </a:p>
          <a:p>
            <a:r>
              <a:t>これらは、デジタルの願いを日常へつなぐ目印です。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【4:17–4:50】</a:t>
            </a:r>
          </a:p>
          <a:p>
            <a:r>
              <a:t>この作品を作る途中で、私も立ち止まる側になりました。</a:t>
            </a:r>
          </a:p>
          <a:p>
            <a:r>
              <a:t>（間）</a:t>
            </a:r>
          </a:p>
          <a:p>
            <a:r>
              <a:t>だからこれは、願いを急かさず、「もう一度」と思えた日に返す仕組みです。</a:t>
            </a:r>
          </a:p>
          <a:p>
            <a:r>
              <a:t>まず、展示と支援の場で検証します。</a:t>
            </a:r>
          </a:p>
          <a:p>
            <a:r>
              <a:t>展示の機会、検証の場、実装を共にする仲間を探しています。</a:t>
            </a:r>
          </a:p>
          <a:p>
            <a:r>
              <a:t>QRから、願いを一つ預けられます。</a:t>
            </a:r>
          </a:p>
          <a:p>
            <a:r>
              <a:t>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実装と検証を一緒に進める仲間を探しています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面談で最も多く聞いてきた悩み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調査・研究を行うシンクタンクでマーケティングを担当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副業：働く女性の社外メンター ／ 大学院で省察支援を研究（JSET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最も多かった悩み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仕事と家庭の両立　＝　時間の制約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意欲を止める、時間の制約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274320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「活躍したい」
「学び直したい」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28600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783080"/>
            <a:ext cx="274320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でも、時間がない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9248" y="228600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8308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783080"/>
            <a:ext cx="274320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自信まで
失っていく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109960" cy="16916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25143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4340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育児や介護、療養などで願いをいったん手放した人が、
急かされずに預け、自分のタイミングで受け取り直す体験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参考：6歳未満の子どもがいる世帯の家事関連時間は、1日あたり妻7時間28分・夫1時間54分（総務省「令和3年社会生活基本調査」）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必要なのは強い決意ではなく、小さなきっかけ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省察の再起動を支える設計要件（大学院・JSET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では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手がかりは小さく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最小限の手がかり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249424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03120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願いは12字だけ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0672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仕組みは軽く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90672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軽量な設計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236976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090672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090672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預けるだけ。期限も通知もない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78224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迷ったまま選べる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78224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両義性の前提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078224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078224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受け取る／もう少し預ける／手放す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65776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つながりを感じられる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065776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関係性の中での支援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120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065776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065776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みんなの星空・支援の場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3B5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Metaphor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消えた願いではなく、遠い星に預けたもの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10996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「高い塔を建てなければ、新たな水平線は見えてこない」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川口淳一郎（はやぶさ プロジェクトマネージャー）　前職の編集部で取材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はやぶさ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7年かけて、小惑星 25143 イトカワから
カプセルを持ち帰った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47091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19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MORUNE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19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いったん手放した「いつかやりたいこと」を
星に預け、願いの方から一つずつ帰ってくる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作品名の 25143 は、イトカワの小惑星番号から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デモ：預けて、待って、呼び戻す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クリックで再生・2分02秒（このPCの中だけのデータで撮影。見本の願い入り）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個人は無料。導入と、日常へつなぐ目印の物販で続ける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個人利用は無料。クライアントへの導入と物販で続ける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帰還票・キーホルダー・ブレスレット
イベントで物販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804672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展示の機会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7498079" cy="804672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210312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検証の場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80360"/>
            <a:ext cx="493776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77639"/>
            <a:ext cx="7498079" cy="804672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210312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実装の仲間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977639"/>
            <a:ext cx="493776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実装と検証を一緒に進めるエンジニア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これから展示と支援の場で、持ち帰った人と、また開いた人を数えて検証する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