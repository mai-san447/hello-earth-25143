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【0:55–1:35】</a:t>
            </a:r>
          </a:p>
          <a:p>
            <a:r>
              <a:t>・あらためて、中村舞衣子です。社外の女性メンターをしながら、AICU でライターをしています。大学院では 1on1 のふりかえりを研究しました。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・メンターとして、自分を後回しにしてきた人に出会ってきました。昔やりたかったこと、好きなことが置き去りになっている。</a:t>
            </a:r>
          </a:p>
          <a:p>
            <a:r>
              <a:t>・そしてこの作品を作っている途中で、わたし自身が、立ち止まる側になりました。それでも、やりたいことはあきらめない。</a:t>
            </a:r>
          </a:p>
          <a:p>
            <a:r>
              <a:t>・過去の自分の言葉に出会い直すと、次の一歩を選びやすくなる。研究で学んだことです。だから、まず自分のために、これを作りました。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【1:35–2:05】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【2:05–3:25】動画を再生する（約70秒）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【3:25–4:05】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から願いを預け、その場で帰還票を印刷して渡します。キャリアや復職を支える場でも、同じ形で使えます。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【5:15–5:40】</a:t>
            </a:r>
          </a:p>
          <a:p>
            <a:r>
              <a:t>・わたしはメンターとして、自分を後回しにしてきた人に出会ってきました。MORUNE は、その人たちのやりたかったことを預かっておく場所です。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 ／ AICU ライター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のふりかえりを研究（JSET 2026）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イトカワから
帰ってきた
作品名 25143 の由来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メンター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自分を後回しにして
やりたかったことを
置き去りにしてきた人に
出会ってきた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わたし自身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作っている途中で
立ち止まる側になった
それでも
あきらめない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
選びやすくなる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109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だから、まず自分のために作った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