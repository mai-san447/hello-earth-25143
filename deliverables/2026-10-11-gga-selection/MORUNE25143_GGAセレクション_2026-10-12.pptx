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【0:15–1:00】</a:t>
            </a:r>
          </a:p>
          <a:p>
            <a:r>
              <a:t>・あらためて、中村舞衣子です。社外の女性メンターをしながら、G's でこの作品を作ってきました。</a:t>
            </a:r>
          </a:p>
          <a:p>
            <a:r>
              <a:t>・夜中まで作っていたある日、わたし自身が、立ち止まる側になりました。</a:t>
            </a:r>
          </a:p>
          <a:p>
            <a:r>
              <a:t>・そのとき、やりたいことを思い浮かべました。でも、どこにも書いていなかった。「今じゃなくていい」と思って、置いてきたものばかりでした。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【1:00–1:35】</a:t>
            </a:r>
          </a:p>
          <a:p>
            <a:r>
              <a:t>・メンターとして話を聞いてきた人たちも、同じでした。療養や休職、育休や介護。自分を後回しにして、昔やりたかったこと、好きなことが置き去りになっている。</a:t>
            </a:r>
          </a:p>
          <a:p>
            <a:r>
              <a:t>・ToDo に入れると重荷になる。SNS に書くのは違う。メモは見返さない。置き場所がないまま、忘れてしまいます。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【1:35–1:45】</a:t>
            </a:r>
          </a:p>
          <a:p>
            <a:r>
              <a:t>・だから、やりたいことを星に預けておいて、やりたくなったら呼び戻せる場所を作りました。見てください。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【1:45–3:55】動画を再生する（2分10秒）。（）は動画の中の時間</a:t>
            </a:r>
          </a:p>
          <a:p>
            <a:r>
              <a:t>・（0:00 開く）これは、今この場所の、本物の北の空です。</a:t>
            </a:r>
          </a:p>
          <a:p>
            <a:r>
              <a:t>・（0:19 預ける）その夜、わたしはひとつ預けました。「ギターをもう一度」。初めは、わたしの星空にだけ灯ります。期限も通知もありません。何もしなくても、星は暗くなりません。</a:t>
            </a:r>
          </a:p>
          <a:p>
            <a:r>
              <a:t>・（0:43 呼び戻す）30日前に預けた「天文台で土星の輪を見る」。やりたくなったら、その星に触れます。カプセルが地球に帰ってきます。</a:t>
            </a:r>
          </a:p>
          <a:p>
            <a:r>
              <a:t>・（0:58 選ぶ）「30日ぶりに帰ってきました」。受け取るか、もう少し預けるか、手放すか。今じゃなければ、もう少し預けておけます。</a:t>
            </a:r>
          </a:p>
          <a:p>
            <a:r>
              <a:t>・（1:09 帰還票）受け取ると、帰還票が現像されます。最初の小さな一歩を1つ書きます。「土曜の観望会を調べる」。</a:t>
            </a:r>
          </a:p>
          <a:p>
            <a:r>
              <a:t>・（1:22 実物）展示では、これが紙で出てきます。（帰還票とブレスレットを手に持って見せる）願いを、家まで連れて帰れます。</a:t>
            </a:r>
          </a:p>
          <a:p>
            <a:r>
              <a:t>・（1:36 みんなの星空）みんなの星空です。ほかの人の願いは、言葉ではなく光で灯っています。わたしだけじゃなかった。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【3:55–4:20】</a:t>
            </a:r>
          </a:p>
          <a:p>
            <a:r>
              <a:t>・前職で、はやぶさのプロジェクトマネージャーを取材しました。はやぶさは7年かけて、小惑星 25143 イトカワから帰ってきました。作品名はこの番号です。願いも、いつ帰ってきてもいい。</a:t>
            </a:r>
          </a:p>
          <a:p>
            <a:r>
              <a:t>・大学院では、過去の自分の言葉に出会い直すと、次の一歩を選びやすくなると研究しました。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【4:20–4:35】</a:t>
            </a:r>
          </a:p>
          <a:p>
            <a:r>
              <a:t>・急かさない、比べない、晒さない。弱っているときに開いても、傷つかない作りにしました。つらい言葉を書いた人には、端末の中だけで相談先を案内します。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【4:35–5:00】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【5:00–5:20】</a:t>
            </a:r>
          </a:p>
          <a:p>
            <a:r>
              <a:t>・入口は展示と、キャリアや復職を支える場です。その場で帰還票を印刷し、紙とブレスレットが願いを家まで連れて帰ります。</a:t>
            </a:r>
          </a:p>
          <a:p>
            <a:r>
              <a:t>・個人からはお金を取りません。場への導入、持ち帰る物、アーティストとの共創で成り立たせます。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【5:20–5:45】</a:t>
            </a:r>
          </a:p>
          <a:p>
            <a:r>
              <a:t>・わたしの星にも、まだ帰ってきていない願いがあります。やりたかったことを、置き去りにしない。それを、一人ではなく、続けられる形にしたい。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作っている途中で、わたしは立ち止まった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大学院で 1on1 のふりかえりを研究（JSET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やりたいことを、思い浮かべた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3192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でも、どこにも書いていなかった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8920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「今じゃなくていい」と、置いてきたものばかりだった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わたしだけではなかった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後回しにする時期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療養・休職・育休・介護
忙しい時期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「今じゃなくていい」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やりたいことは浮かぶが
ToDo は重荷、SNS は違う
メモは見返さない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31089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91840" cy="29260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忘れてしまう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71800"/>
            <a:ext cx="27432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戻ったときに思い出せない
たまりすぎて選べない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メンターとして出会ってきた人たち：自分を後回しにして、昔やりたかったこと、好きなことが置き去りになっている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だから、やりたいことを星に預けておける場所をつくった</a:t>
            </a:r>
          </a:p>
        </p:txBody>
      </p:sp>
      <p:pic>
        <p:nvPicPr>
          <p:cNvPr id="4" name="Picture 3" descr="02-depos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1521111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預ける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12字で、星に預ける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8" name="Picture 7" descr="max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1691640"/>
            <a:ext cx="1608513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2900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待つ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本物の星空に灯る
期限も通知もない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2" name="Picture 11" descr="08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91640"/>
            <a:ext cx="1521111" cy="3291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呼び戻す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pic>
        <p:nvPicPr>
          <p:cNvPr id="16" name="Picture 15" descr="10b-receipt-st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1691640"/>
            <a:ext cx="1521111" cy="3291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281160" y="50749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一歩を書く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53212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帰還票に
最初の小さな一歩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デモ：その夜、ひとつ預けた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クリックで再生・2分10秒（このPCの中だけのデータで撮影。見本の願い入り）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はやぶさは7年かけて帰ってきた。願いも、いつ帰ってきてもいい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取材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47548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はやぶさは7年かけて
小惑星 25143 イトカワから
帰ってきた
作品名は、この番号から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834640"/>
            <a:ext cx="475488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過去の自分の言葉に
出会い直すと
次の一歩を選びやすくなる
（大学院・JSET 2026）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急かさない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期限・通知・連続日数なし
何もしなくても
星は暗くならない
今でなければ
「もう少し預ける」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比べない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人と比べる数を持たない
一歩ごとに
自分の星だけが
明るくなる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79" y="1783080"/>
            <a:ext cx="2606040" cy="4480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2194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晒さない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79" y="2743200"/>
            <a:ext cx="2240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初めは
わたしの星空だけ
みんなの星空は
言葉ではなく光
つらい言葉には
相談先を案内</a:t>
            </a:r>
          </a:p>
        </p:txBody>
      </p:sp>
      <p:pic>
        <p:nvPicPr>
          <p:cNvPr id="13" name="Picture 12" descr="12-every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783080"/>
            <a:ext cx="2070401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32520" y="630936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みんなの星空：ほかの人の願いは光だけ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09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