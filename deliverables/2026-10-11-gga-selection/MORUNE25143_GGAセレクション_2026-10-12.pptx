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・わたしは普段、人材開発のシンクタンクで働いています。二人の子どもを育てながら働き、副業では女性の社外メンターや、就職活動の支援をしています。</a:t>
            </a:r>
          </a:p>
          <a:p>
            <a:r>
              <a:t>・支援の場で、何度も同じ言葉を聞いてきました。「自分が本当は何をやりたいのか、わからないんです」。</a:t>
            </a:r>
          </a:p>
          <a:p>
            <a:r>
              <a:t>・「やってみたい」のすぐ後に、「時間がないから」「私には無理だから」が続きます。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【0:55–1:20】</a:t>
            </a:r>
          </a:p>
          <a:p>
            <a:r>
              <a:t>・これは、本人の意欲の問題でしょうか。（間）</a:t>
            </a:r>
          </a:p>
          <a:p>
            <a:r>
              <a:t>・小さな子どもがいる家庭で、家事と育児にかける時間は、1日に妻が7時間28分、夫が1時間54分です。時間がないのは、思い込みではありません。</a:t>
            </a:r>
          </a:p>
          <a:p>
            <a:r>
              <a:t>・そして、時間はすぐには増えません。時間ができるのを待つうちに、やりたかったことは忘れられていきます。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【1:20–1:45】</a:t>
            </a:r>
          </a:p>
          <a:p>
            <a:r>
              <a:t>・わたしは大学院で、止まってしまったふりかえりを、もう一度始めるための条件を研究しました。</a:t>
            </a:r>
          </a:p>
          <a:p>
            <a:r>
              <a:t>・手がかりは小さく。仕組みは軽く。迷ったままでいい。人とのつながりの中で。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【1:45–2:00】</a:t>
            </a:r>
          </a:p>
          <a:p>
            <a:r>
              <a:t>・そしてこの作品を作っている途中で、わたし自身も、立ち止まる側になりました。（間）</a:t>
            </a:r>
          </a:p>
          <a:p>
            <a:r>
              <a:t>・だから、この4つの条件で、やりたいことを星に預けておいて、やりたくなったら呼び戻せる場所を作りました。見てください。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【2:00–4:10】動画を再生する（2分10秒）。（）は動画の中の時間</a:t>
            </a:r>
          </a:p>
          <a:p>
            <a:r>
              <a:t>・（0:00 開く）これは、今この場所の、本物の北の空です。</a:t>
            </a:r>
          </a:p>
          <a:p>
            <a:r>
              <a:t>・（0:19 預ける）たとえば、「ギターをもう一度」。12字で星に預けます。初めは、自分の星空にだけ灯ります。期限も通知もありません。何もしなくても、星は暗くなりません。</a:t>
            </a:r>
          </a:p>
          <a:p>
            <a:r>
              <a:t>・（0:43 呼び戻す）30日前に預けた「天文台で土星の輪を見る」。やりたくなったら、その星に触れます。カプセルが地球に帰ってきます。</a:t>
            </a:r>
          </a:p>
          <a:p>
            <a:r>
              <a:t>・（0:58 選ぶ）「30日ぶりに帰ってきました」。受け取るか、もう少し預けるか、手放すか。迷ったままでいい。</a:t>
            </a:r>
          </a:p>
          <a:p>
            <a:r>
              <a:t>・（1:09 帰還票）受け取ると、帰還票が現像されます。最初の小さな一歩を1つ書きます。「土曜の観望会を調べる」。</a:t>
            </a:r>
          </a:p>
          <a:p>
            <a:r>
              <a:t>・（1:22 実物）展示では、これが紙で出てきます。（帰還票とブレスレットを手に持って見せる）願いを、家まで連れて帰れます。</a:t>
            </a:r>
          </a:p>
          <a:p>
            <a:r>
              <a:t>・（1:36 みんなの星空）みんなの星空です。ほかの人の願いは、言葉ではなく光で灯っています。ひとりじゃない、と感じられます。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【4:10–4:40】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【4:40–5:00】</a:t>
            </a:r>
          </a:p>
          <a:p>
            <a:r>
              <a:t>・入口は展示と、キャリアや復職を支える場です。その場で帰還票を印刷し、紙とブレスレットが願いを家まで連れて帰ります。</a:t>
            </a:r>
          </a:p>
          <a:p>
            <a:r>
              <a:t>・個人からはお金を取りません。場への導入、持ち帰る物、アーティストとの共創で成り立たせます。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【5:00–5:30】</a:t>
            </a:r>
          </a:p>
          <a:p>
            <a:r>
              <a:t>・作品名の 25143 は、はやぶさが7年かけて帰ってきた小惑星イトカワの番号です。願いも、いつ帰ってきてもいい。</a:t>
            </a:r>
          </a:p>
          <a:p>
            <a:r>
              <a:t>・やりたかったことを、置き去りにしない。それを、一人ではなく、続けられる形にしたい。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支援の場で、何度も聞いてきた言葉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人材開発のシンクタンク勤務 ／ 二人の子どもを育てながら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社外女性メンター・就職活動の支援 ／ 大学院でふりかえりを研究（JSET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「自分が本当は何をやりたいのか、わからないんです」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「やってみたい」　→　「時間がないから」「私には無理だから」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意欲の問題ではない。時間がない間に、忘れていく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6歳未満の子どもがいる世帯の家事関連時間（1日あたり）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妻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487168"/>
            <a:ext cx="8229600" cy="347472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55480" y="237744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7時間28分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310128"/>
            <a:ext cx="2094139" cy="347472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19" y="320040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1時間54分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出典：総務省「令和3年社会生活基本調査」（夫婦と子どもの世帯、週全体平均）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時間がない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思い込みではない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すぐには増えない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待つしかない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やりたかったことが
置き去りになる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止まったふりかえりを、もう一度始める4つの条件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研究の条件（大学院・JSET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では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手がかりは小さく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最小限の手がかり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249424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03120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願いは12字だけ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0672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仕組みは軽く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90672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軽量な設計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236976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090672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090672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預けるだけ。期限も通知もない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78224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迷ったままでいい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78224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両義性の前提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078224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078224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受け取る／もう少し預ける／手放す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65776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人とのつながりの中で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065776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関係性の中での支援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120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065776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065776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みんなの星空・支援の場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3B5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だから、やりたいことを星に預けておける場所をつくった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デモ：預けて、待って、呼び戻す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クリックで再生・2分10秒（このPCの中だけのデータで撮影。見本の願い入り）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