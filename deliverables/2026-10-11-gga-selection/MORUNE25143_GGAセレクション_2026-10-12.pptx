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【0:00–0:15】出場目的を最初に宣言する</a:t>
            </a:r>
          </a:p>
          <a:p>
            <a:r>
              <a:t>・MORUNE 25143 の中村です。</a:t>
            </a:r>
          </a:p>
          <a:p>
            <a:r>
              <a:t>・今日の出場目的は、起業です。この体験を展示として届ける仲間を探しています。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【0:15–0:55】</a:t>
            </a:r>
          </a:p>
          <a:p>
            <a:r>
              <a:t>・療養や休職、育休や介護。自分を後回しにする時期があります。</a:t>
            </a:r>
          </a:p>
          <a:p>
            <a:r>
              <a:t>・その間にも「いつかやりたいこと」は浮かびます。でも今じゃない、と思って書かない。</a:t>
            </a:r>
          </a:p>
          <a:p>
            <a:r>
              <a:t>・ToDo に入れると重荷になる。SNS に書くのは違う。メモは見返さない。置き場所がないまま、忘れてしまいます。</a:t>
            </a:r>
          </a:p>
          <a:p>
            <a:r>
              <a:t>・戻ったときには思い出せないか、たまりすぎて選べない。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【0:55–1:25】</a:t>
            </a:r>
          </a:p>
          <a:p>
            <a:r>
              <a:t>・前職で、はやぶさのプロジェクトマネージャーを取材しました。はやぶさは7年かけて、小惑星 25143 イトカワから帰ってきました。作品名の 25143 はこの番号です。</a:t>
            </a:r>
          </a:p>
          <a:p>
            <a:r>
              <a:t>・社外の女性メンターとして話を聞く中で、自分のキャリアを描けない人に出会ってきました。</a:t>
            </a:r>
          </a:p>
          <a:p>
            <a:r>
              <a:t>・昔やりたかったこと、好きなことが置き去りになっている。自分を後回しにしてきた人たちです。</a:t>
            </a:r>
          </a:p>
          <a:p>
            <a:r>
              <a:t>・この作品は、わたしがメンターとしてしている支援の、1つの形です。</a:t>
            </a:r>
          </a:p>
          <a:p>
            <a:r>
              <a:t>・大学院では 1on1 のふりかえりを研究し、過去の自分の言葉に出会い直すと、次の一歩を選びやすくなると学びました。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【1:25–1:55】</a:t>
            </a:r>
          </a:p>
          <a:p>
            <a:r>
              <a:t>・やりたいことを12字で星に預けます。本物の星空の、北の星座の星に灯ります。19個まで。</a:t>
            </a:r>
          </a:p>
          <a:p>
            <a:r>
              <a:t>・何もしなくても星は暗くなりません。期限も通知もありません。</a:t>
            </a:r>
          </a:p>
          <a:p>
            <a:r>
              <a:t>・やりたくなったら、その星に触れると、願いが帰ってきます。</a:t>
            </a:r>
          </a:p>
          <a:p>
            <a:r>
              <a:t>・受け取ると帰還票ができて、最初の小さな一歩を1つ書きます。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【1:55–3:15】動画を再生する（約70秒）</a:t>
            </a:r>
          </a:p>
          <a:p>
            <a:r>
              <a:t>・預けます。「ギターをもう一度」。初めは、わたしの星空にだけ灯ります。</a:t>
            </a:r>
          </a:p>
          <a:p>
            <a:r>
              <a:t>・30日前に預けた「天文台で土星の輪を見る」の星に触れます。カプセルが地球に着きます。</a:t>
            </a:r>
          </a:p>
          <a:p>
            <a:r>
              <a:t>・「30日ぶりに帰ってきました」。受け取るか、もう少し預けるか、手放すか。</a:t>
            </a:r>
          </a:p>
          <a:p>
            <a:r>
              <a:t>・受け取ると、帰還票が現像されます。最初の小さな一歩は「土曜の観望会を調べる」。</a:t>
            </a:r>
          </a:p>
          <a:p>
            <a:r>
              <a:t>・最後に、みんなの星空を遠くから眺めます。ほかの人の願いが、光として灯っています。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【3:15–3:55】</a:t>
            </a:r>
          </a:p>
          <a:p>
            <a:r>
              <a:t>・急かさない：期限も、通知も、連続日数もありません。何もしなくても星は暗くなりません。今でなければ「もう少し預ける」、要らなくなれば「手放す」。</a:t>
            </a:r>
          </a:p>
          <a:p>
            <a:r>
              <a:t>・比べない：人と比べる数を持ちません。</a:t>
            </a:r>
          </a:p>
          <a:p>
            <a:r>
              <a:t>・晒さない：願いは、初めは自分の星空だけ。みんなの星空では、ほかの人の言葉ではなく光を分け合います。「自分だけじゃない」は感じられて、傷つく言葉は入りません。つらい言葉を書いた人には、端末の中だけで相談先を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【3:55–4:35】</a:t>
            </a:r>
          </a:p>
          <a:p>
            <a:r>
              <a:t>・コードは Claude と Codex に書かせ、互いにレビューさせました。何を作って何をやめるかは、わたしが決めました。AI で願いの絵をつくる機能、星座の線、応援の信号は、作って試してからやめました。</a:t>
            </a:r>
          </a:p>
          <a:p>
            <a:r>
              <a:t>・決めるときは数で確かめました。願いを30個まで置ける作りでは、1年のうち360日ほど、星が重なる日がありました。19の席にして0日にしました。同じ願いが続けて帰る確率も、50%から0%にしました。</a:t>
            </a:r>
          </a:p>
          <a:p>
            <a:r>
              <a:t>・本物の星空は、5,080個の星を時刻と場所から計算しています。テストは238件です。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【4:35–5:15】</a:t>
            </a:r>
          </a:p>
          <a:p>
            <a:r>
              <a:t>・最初の入口は展示です。科学館や宇宙イベントで、QR から願いを預け、その場で帰還票を印刷して渡します。</a:t>
            </a:r>
          </a:p>
          <a:p>
            <a:r>
              <a:t>・紙とブレスレットが、家まで願いを連れて帰ります。帰還票の QR から、自分の星に戻れます。</a:t>
            </a:r>
          </a:p>
          <a:p>
            <a:r>
              <a:t>・個人からはお金を取りません。展示の導入、持ち帰る物、アーティストとの共創で成り立たせます。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【5:15–5:35】</a:t>
            </a:r>
          </a:p>
          <a:p>
            <a:r>
              <a:t>・まず1回、展示させてください。科学館、プラネタリウム、商業施設、自治体のイベントの方。</a:t>
            </a:r>
          </a:p>
          <a:p>
            <a:r>
              <a:t>・星空や帰還票の絵を一緒につくるアーティスト、確かめるのを手伝ってくれる方も探しています。</a:t>
            </a:r>
          </a:p>
          <a:p>
            <a:r>
              <a:t>・今わかっているのは、公開から2日で端末12台ほどが願いを預けたことだけです。ここから展示で確かめます。</a:t>
            </a:r>
          </a:p>
          <a:p>
            <a:r>
              <a:t>・QR から、今ひとつ預けられます。ありがとうございました。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Cormorant Garamond"/>
                <a:ea typeface="Cormorant Garamond"/>
                <a:cs typeface="Cormorant Garamond"/>
              </a:rPr>
              <a:t>LEAVE YOUR WISH WITH THE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65836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</a:t>
            </a:r>
          </a:p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星に預けておく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MORUNE </a:t>
            </a:r>
            <a:r>
              <a:rPr sz="2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25143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6126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出場目的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612648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起業（スモールビジネス）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この体験を、展示として届ける仲間を探しています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中村 舞衣子　G's ACADEMY 卒業制作</a:t>
            </a:r>
          </a:p>
        </p:txBody>
      </p:sp>
      <p:pic>
        <p:nvPicPr>
          <p:cNvPr id="9" name="Picture 8" descr="max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20040"/>
            <a:ext cx="3038302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01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「今じゃなくていい」のまま、やりたかったことを忘れてしまう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後回しにする時期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療養・休職・育休・介護
忙しい時期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31089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「今じゃなくていい」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やりたいことは浮かぶが
ToDo は重荷、SNS は違う
メモは見返さない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31089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忘れてしまう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戻ったときに思い出せない
たまりすぎて選べない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4924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最初に届ける人：しばらく仕事を離れる人（仮の人物「みわさん 42歳」）。休みの前の晩、「天文台で土星を見たい」と思うが、どこにも書かない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02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Why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なぜ、わたしが願いを宇宙に預けるのか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20440" cy="34747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05740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取材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788920"/>
            <a:ext cx="297180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はやぶさは7年かけて
小惑星 25143 イトカワから
帰ってきた
作品名は、この番号から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3520440" cy="34747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05740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社外女性メンター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788920"/>
            <a:ext cx="297180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自分のキャリアを
描けない人に出会ってきた
昔やりたかったこと
好きなことが置き去り
自分を後回しにしてきた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828800"/>
            <a:ext cx="3520440" cy="34747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5740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研究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788920"/>
            <a:ext cx="297180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過去の自分の言葉に
出会い直すと
次の一歩を選びやすくなる
（大学院・JSET 2026）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03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忘れないように星に預け、やりたくなったら自分で呼び戻す</a:t>
            </a:r>
          </a:p>
        </p:txBody>
      </p:sp>
      <p:pic>
        <p:nvPicPr>
          <p:cNvPr id="4" name="Picture 3" descr="02-depos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1521111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預ける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12字で、星に預ける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8" name="Picture 7" descr="max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39" y="1691640"/>
            <a:ext cx="1608513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2900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待つ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本物の星空に灯る
期限も通知もない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12" name="Picture 11" descr="08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1691640"/>
            <a:ext cx="1521111" cy="3291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呼び戻す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16" name="Picture 15" descr="10b-receipt-ste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1691640"/>
            <a:ext cx="1521111" cy="3291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28116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一歩を書く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帰還票に
最初の小さな一歩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デモ：30日前に預けた願いを、呼び戻す</a:t>
            </a:r>
          </a:p>
        </p:txBody>
      </p:sp>
      <p:pic>
        <p:nvPicPr>
          <p:cNvPr id="4" name="demo-16x9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63040" y="1417320"/>
            <a:ext cx="9235440" cy="5193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6537960"/>
            <a:ext cx="9235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▶ クリックで再生（このPCの中だけのデータで撮影。見本の願い入り）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05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急かさない。比べない。晒さない。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急かさない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期限・通知・連続日数なし
何もしなくても
星は暗くならない
今でなければ
「もう少し預ける」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比べない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人と比べる数を持たない
一歩ごとに
自分の星だけが
明るくなる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79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79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晒さない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79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初めは
わたしの星空だけ
みんなの星空は
言葉ではなく光
つらい言葉には
相談先を案内</a:t>
            </a:r>
          </a:p>
        </p:txBody>
      </p:sp>
      <p:pic>
        <p:nvPicPr>
          <p:cNvPr id="13" name="Picture 12" descr="12-every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783080"/>
            <a:ext cx="2070401" cy="448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32520" y="630936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みんなの星空：ほかの人の願いは光だけ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06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AI に書かせ、何を作るかは自分で決め、数で確かめた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作ってから、やめたもの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 で願いの絵をつくる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4884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願いのイメージとずれた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星座の線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92608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意味が伝わらなかった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70332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応援の信号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70332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シェアとの違いが伝わらなかった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「帰す」ボタン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48056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触れれば帰る形にした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49240"/>
            <a:ext cx="5303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本物の星空：5,080個の星を時刻と場所から計算
自動テスト 238件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数で確かめてから決めた（シミュレーション）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945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星が重なる日（1年あたり、まとめて預ける人）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060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679192"/>
            <a:ext cx="3819436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68876" y="26060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363日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632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13639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59" y="30632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同じ願いが続けて帰る確率（候補が2つのとき）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233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096512"/>
            <a:ext cx="1920240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0233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805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455371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59" y="44805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旧：番号で星の場所を決め、上限30個
今：空いている席に置き、上限19個（北の星座3つの星の数）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07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展示で出会い、紙で持ち帰り、アプリで続く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展示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科学館・宇宙イベント
QR から預ける
帰還票をその場で印刷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紙と物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帰還票・ブレスレット
最初の一歩が目に入る
QR から自分の星へ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アプリ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星に触れて呼び戻す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個人からは取らない。場と物で成り立たせる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展示の導入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科学館・商業施設・自治体に、体験一式を期間で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持ち帰る物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カプセル（ブレスレット）・帰還票の台紙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共創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アーティストと、帰還票の絵柄・会場の演出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08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まず1回、展示させてください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場を持つ方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78308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科学館・プラネタリウム・商業施設・自治体のイベント担当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つくる方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01752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星空や帰還票の絵柄・映像を一緒に描くアーティスト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5196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確かめる方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25196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しばらく日常から離れた経験のある人と、そのコミュニティ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23560"/>
            <a:ext cx="749807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わかっていること：公開2日で、端末12台ほどが願いを預けた（人数ではない）。
これから展示で、持ち帰った人と、また開いた人を数える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783080"/>
            <a:ext cx="3108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1965960"/>
            <a:ext cx="2651760" cy="2651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0" y="470916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いま、ひとつ預けられます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morune-25143.morune-25143.workers.dev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