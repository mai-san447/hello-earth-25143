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【0:00–0:10】出場目的を最初に宣言する</a:t>
            </a:r>
          </a:p>
          <a:p>
            <a:r>
              <a:t>・MORUNE 25143 の中村です。出場目的は起業です。この体験を、展示と支援の場で届ける仲間を探しています。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【0:10–0:40】</a:t>
            </a:r>
          </a:p>
          <a:p>
            <a:r>
              <a:t>・二人の子どもを育てながら、人材開発のシンクタンクで働き、副業で女性の社外メンターや就職活動の支援をしています。</a:t>
            </a:r>
          </a:p>
          <a:p>
            <a:r>
              <a:t>・支援の場で、何度も聞く言葉があります。「自分が本当は何をやりたいのか、わからないんです」。「やってみたい」のすぐ後に、「時間がないから」「私には無理だから」が続きます。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【0:40–1:00】</a:t>
            </a:r>
          </a:p>
          <a:p>
            <a:r>
              <a:t>・これは女性だけの問題でしょうか。誰にでも起こります。ただ、負担は女性に偏っています。</a:t>
            </a:r>
          </a:p>
          <a:p>
            <a:r>
              <a:t>・小さな子どもがいる家庭で、家事と育児の時間は、1日に妻が7時間28分、夫が1時間54分です。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【1:00–1:20】</a:t>
            </a:r>
          </a:p>
          <a:p>
            <a:r>
              <a:t>・時間を待つうちに、やりたかったことは忘れられていきます。</a:t>
            </a:r>
          </a:p>
          <a:p>
            <a:r>
              <a:t>・わたしは大学院で、省察支援、止まったふりかえりを、もう一度始めるための足場を研究しました。手がかりは小さく。仕組みは軽く。迷ったままでいい。人とのつながりの中で。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【1:20–1:45】</a:t>
            </a:r>
          </a:p>
          <a:p>
            <a:r>
              <a:t>・この形に選んだのが、はやぶさの帰還です。前職で、川口淳一郎先生を取材し、「高い塔を建てなければ、新たな水平線は見えてこない」という言葉に出会いました。</a:t>
            </a:r>
          </a:p>
          <a:p>
            <a:r>
              <a:t>・いったん手放した願いを、消えたものではなく、遠い星に預けたものと考えます。願いの方から、帰ってくる。（間）見てください。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【1:45–3:47】動画を再生する（2分02秒）。（）は動画の中の時間</a:t>
            </a:r>
          </a:p>
          <a:p>
            <a:r>
              <a:t>・（0:00 開く）今この場所の、本物の北の空です。</a:t>
            </a:r>
          </a:p>
          <a:p>
            <a:r>
              <a:t>・（0:19 預ける）たとえば「ギターをもう一度」。12字で星に預けます。期限も通知もありません。何もしなくても、星は暗くなりません。</a:t>
            </a:r>
          </a:p>
          <a:p>
            <a:r>
              <a:t>・（0:43 呼び戻す）30日前に預けた「天文台で土星の輪を見る」。やりたくなったら、星に触れます。カプセルが帰ってきます。</a:t>
            </a:r>
          </a:p>
          <a:p>
            <a:r>
              <a:t>・（0:58 選ぶ）受け取るか、もう少し預けるか、手放すか。迷ったままでいい。</a:t>
            </a:r>
          </a:p>
          <a:p>
            <a:r>
              <a:t>・（1:09 帰還票）受け取ると帰還票ができて、最初の小さな一歩を1つ書きます。</a:t>
            </a:r>
          </a:p>
          <a:p>
            <a:r>
              <a:t>・（1:22 実物）展示では、これが紙で出てきます。（帰還票とブレスレットを手に持って見せる）</a:t>
            </a:r>
          </a:p>
          <a:p>
            <a:r>
              <a:t>・（1:36 みんなの星空）ほかの人の願いは、言葉ではなく光で灯っています。ひとりじゃない、と感じられます。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【3:47–4:02】</a:t>
            </a:r>
          </a:p>
          <a:p>
            <a:r>
              <a:t>・コードは AI に書かせ、何を作り何をやめるかは自分で決め、数で確かめました。星が重なる日は、1年に360日ほどあったのを0日にしました。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【4:02–4:17】</a:t>
            </a:r>
          </a:p>
          <a:p>
            <a:r>
              <a:t>・入口は展示と支援の場です。帰還票とブレスレットが、願いを家まで連れて帰ります。個人からはお金を取りません。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【4:17–4:45】</a:t>
            </a:r>
          </a:p>
          <a:p>
            <a:r>
              <a:t>・わたし自身も、この作品を作っている途中で、立ち止まる側になりました。（間）それでも、やりたいことは、あきらめない。それを、一人ではなく、続けられる形にしたい。</a:t>
            </a:r>
          </a:p>
          <a:p>
            <a:r>
              <a:t>・まず1回、展示させてください。次に、キャリアや復職を支える場で試させてください。</a:t>
            </a:r>
          </a:p>
          <a:p>
            <a:r>
              <a:t>・QR から、今ひとつ預けられます。ありがとうございました。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6583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6126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出場目的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61264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起業（スモールビジネス）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この体験を、展示と支援の場で届ける仲間を探しています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max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20040"/>
            <a:ext cx="3038302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Voice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支援の場で、何度も聞いてきた言葉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27432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中村 舞衣子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00200"/>
            <a:ext cx="813816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人材開発のシンクタンク勤務 ／ 二人の子どもを育てながら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社外女性メンター・就職活動の支援 ／ 大学院で省察支援を研究（JSET 2026）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「自分が本当は何をやりたいのか、わからないんです」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0624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「やってみたい」　→　「時間がないから」「私には無理だから」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背景にあるのは、子どもが生まれてから、家族や仕事を優先して自分を後回しにしてきた年月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誰にでも起こる。ただ、負担は女性に偏っている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6歳未満の子どもがいる世帯の家事関連時間（1日あたり）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妻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2487168"/>
            <a:ext cx="8229600" cy="347472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55480" y="237744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7時間28分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310128"/>
            <a:ext cx="2094139" cy="347472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0019" y="320040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1時間54分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出典：総務省「令和3年社会生活基本調査」（夫婦と子どもの世帯、週全体平均）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時間がない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思い込みではない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51206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すぐには増えない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待つしかない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51206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忘れていく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やりたかったことが
置き去りになる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止まったふりかえりを、もう一度始めるための4つの足場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省察の再起動を支える設計要件（大学院・JSET 2026）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69164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MORUNE では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手がかりは小さく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03120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最小限の手がかり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249424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103120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103120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願いは12字だけ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90672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90672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仕組みは軽く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090672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軽量な設計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236976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090672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3090672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預けるだけ。期限も通知もない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78224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迷ったままでいい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078224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両義性の前提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224528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4078224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4078224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受け取る／もう少し預ける／手放す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65776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65776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人とのつながりの中で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065776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関係性の中での支援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2120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5065776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5065776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みんなの星空・支援の場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AA3B5"/>
                </a:solidFill>
                <a:latin typeface="游明朝 Demibold"/>
                <a:ea typeface="游明朝 Demibold"/>
                <a:cs typeface="游明朝 Demibold"/>
              </a:rPr>
              <a:t>急かさない。比べない。晒さない。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Metaphor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消えた願いではなく、遠い星に預けたもの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1109960" cy="18288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「高い塔を建てなければ、新たな水平線は見えてこない」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川口淳一郎（はやぶさ プロジェクトマネージャー）　前職の編集部で取材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77639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6052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はやぶさ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0060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7年かけて、小惑星 25143 イトカワから
カプセルを持ち帰った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47091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79" y="3977639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19" y="416052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MORUNE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19" y="480060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いったん手放した「いつかやりたいこと」を
星に預け、願いの方から一つずつ帰ってくる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作品名の 25143 は、イトカワの小惑星番号から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デモ：預けて、待って、呼び戻す</a:t>
            </a:r>
          </a:p>
        </p:txBody>
      </p:sp>
      <p:pic>
        <p:nvPicPr>
          <p:cNvPr id="4" name="demo-16x9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63040" y="1417320"/>
            <a:ext cx="9235440" cy="5193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537960"/>
            <a:ext cx="9235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クリックで再生・2分02秒（このPCの中だけのデータで撮影。見本の願い入り）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AI に書かせ、何を作るかは自分で決め、数で確かめた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4884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星座の線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シェアとの違いが伝わらなかった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「帰す」ボタン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48056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触れれば帰る形にした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本物の星空：5,080個の星を時刻と場所から計算
自動テスト 238件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数で確かめてから決めた（シミュレーション）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945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星が重なる日（1年あたり、まとめて預ける人）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79192"/>
            <a:ext cx="3819436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68876" y="26060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363日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632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13639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59" y="30632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同じ願いが続けて帰る確率（候補が2つのとき）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096512"/>
            <a:ext cx="1920240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0233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805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55371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59" y="44805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旧：番号で星の場所を決め、上限30個
今：空いている席に置き、上限19個（北の星座3つの星の数）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展示で出会い、紙で持ち帰り、アプリで続く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展示・支援の場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科学館・宇宙イベント
キャリア・復職の支援の場
QR から預ける
帰還票をその場で印刷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紙と物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帰還票・ブレスレット
最初の一歩が目に入る
QR から自分の星へ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アプリ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星に触れて呼び戻す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個人からは取らない。場と物で成り立たせる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場への導入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科学館・自治体・支援の場に
体験一式を期間で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持ち帰る物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カプセル（ブレスレット）・帰還票の台紙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共創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アーティストと、帰還票の絵柄・会場の演出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やりたかったことを、置き去りにしない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展示する場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まず1回。科学館・プラネタリウム・自治体のイベント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支える場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01752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次に。キャリアや復職を支える人事・支援者のもとで試す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25196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星空や帰還票の絵柄・映像を一緒に描くアーティスト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23560"/>
            <a:ext cx="749807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わかっていること：公開2日で、端末12台ほどが願いを預けた（人数ではない）。
これから展示と支援の場で、持ち帰った人と、また開いた人を数える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78308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65960"/>
            <a:ext cx="2651760" cy="2651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470916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